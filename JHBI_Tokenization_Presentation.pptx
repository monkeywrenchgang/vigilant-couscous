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10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JHBI Tokenization Platform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4.0 Compliant • Production Ready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9,000+ financial institutions processing 180M+ transactions daily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Current: SAQ D compliance scope (329 requirements)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Target: SAQ A-EP scope (182 requirements) via tokenization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PCI DSS 4.0 deadline: March 31,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Targets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2560320" cy="1645920"/>
          </a:xfrm>
          <a:prstGeom prst="rect">
            <a:avLst/>
          </a:prstGeom>
          <a:solidFill>
            <a:srgbClr val="F0F7F6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RPS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Throughput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requests/sec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1645920"/>
          </a:xfrm>
          <a:prstGeom prst="rect">
            <a:avLst/>
          </a:prstGeom>
          <a:solidFill>
            <a:srgbClr val="F0F7F6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≤ 30ms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 Latency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service-side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1645920"/>
            <a:ext cx="2560320" cy="1645920"/>
          </a:xfrm>
          <a:prstGeom prst="rect">
            <a:avLst/>
          </a:prstGeom>
          <a:solidFill>
            <a:srgbClr val="F0F7F6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8978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SLO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APIs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/v1/tokenize — PAN to token (REUSABLE or ONE_TIME)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/v1/detokenize — Token to PAN (masked/full with reason codes)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/v1/tokens/revoke — Revoke by token or scope selector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requests require authenticated caller identity (Workload Identity)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5303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responses include request_id for distributed tracing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2011680"/>
          </a:xfrm>
          <a:prstGeom prst="rect">
            <a:avLst/>
          </a:prstGeom>
          <a:solidFill>
            <a:srgbClr val="F0F7F6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Encryption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Field-level AES-256-GCM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PEK (encryption key)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PFK (fingerprint key)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HSM-backed Cloud KMS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2011680"/>
          </a:xfrm>
          <a:prstGeom prst="rect">
            <a:avLst/>
          </a:prstGeom>
          <a:solidFill>
            <a:srgbClr val="F0F7F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Workload Identity auth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MFA for human access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Fail-closed detokenize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logging (all events)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4.0 Compliance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Executive accountability (Req 12.4.1) — CTO/VP owns compliance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provider responsibility (Req 12.9.1) — Shared Responsibility Agreement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 data discovery scanning (Req 12.5.2) — Annual + after changes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Multi-factor authentication (Req 8.4.2) — All human CDE access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16-Week Implementation Timeline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828800" cy="1097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828800"/>
            <a:ext cx="1828800" cy="1097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3-8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18288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828800"/>
            <a:ext cx="1828800" cy="1097280"/>
          </a:xfrm>
          <a:prstGeom prst="rect">
            <a:avLst/>
          </a:prstGeom>
          <a:solidFill>
            <a:srgbClr val="021D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13-16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Production-ready by Q3 2026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Tokenization service (Python on Cloud Run or GKE)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Vault infrastructure (Spanner + Firestore + Redis)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OpenAPI/Swagger documentation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controls matrix &amp; compliance evidence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846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validation &amp; load testing results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Review &amp; align on requirements with Google Cloud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Finalize architecture decisions (Cloud Run vs GKE)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Kick off contractor engagement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Begin implementation with security checkpoints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Requirements Document Available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JHBI_Tokenization_Requirements_v2.docx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API specifications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controls matrix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validation criteria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Acceptance criteria checklist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PCI DSS 4.0 compliance mapping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394</Words>
  <Application>Microsoft Macintosh PowerPoint</Application>
  <PresentationFormat>On-screen Show (16:9)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Ames</cp:lastModifiedBy>
  <cp:revision>1</cp:revision>
  <dcterms:created xsi:type="dcterms:W3CDTF">2026-02-19T19:58:01Z</dcterms:created>
  <dcterms:modified xsi:type="dcterms:W3CDTF">2026-02-20T00:52:13Z</dcterms:modified>
</cp:coreProperties>
</file>